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e Right Back" descr="Netflix screenshot of the Black Mirror episode &quot;Be Right Back&quo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30" y="478780"/>
            <a:ext cx="8839230" cy="4083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osedive" descr="Netflix screenshot of the Black Mirror episode &quot;Nosedive&quo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30" y="1159734"/>
            <a:ext cx="8839230" cy="36735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kangel" descr="Netflix screenshot of the Black Mirror episode &quot;Arkangel&quo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010"/>
            <a:ext cx="9144000" cy="3537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pisode image (replace me)" descr="/private/tmp/claude-501/-Users-jackbandy-GitHub-ethical-issues-in-computing-uic-sandbox/e2596146-a3c2-474b-9c92-ccc3d6612568/scratchpad/build/img/v1-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4665" y="0"/>
            <a:ext cx="4739335" cy="5143500"/>
          </a:xfrm>
          <a:prstGeom prst="rect">
            <a:avLst/>
          </a:prstGeom>
        </p:spPr>
      </p:pic>
      <p:pic>
        <p:nvPicPr>
          <p:cNvPr id="3" name="Series logo" descr="/private/tmp/claude-501/-Users-jackbandy-GitHub-ethical-issues-in-computing-uic-sandbox/e2596146-a3c2-474b-9c92-ccc3d6612568/scratchpad/build/img/v1-head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30" y="152430"/>
            <a:ext cx="3590483" cy="1223101"/>
          </a:xfrm>
          <a:prstGeom prst="rect">
            <a:avLst/>
          </a:prstGeom>
        </p:spPr>
      </p:pic>
      <p:pic>
        <p:nvPicPr>
          <p:cNvPr id="4" name="Parody label" descr="/private/tmp/claude-501/-Users-jackbandy-GitHub-ethical-issues-in-computing-uic-sandbox/e2596146-a3c2-474b-9c92-ccc3d6612568/scratchpad/build/img/v1-paro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35" y="152430"/>
            <a:ext cx="2786634" cy="313456"/>
          </a:xfrm>
          <a:prstGeom prst="rect">
            <a:avLst/>
          </a:prstGeom>
        </p:spPr>
      </p:pic>
      <p:sp>
        <p:nvSpPr>
          <p:cNvPr id="5" name="Year"/>
          <p:cNvSpPr txBox="1"/>
          <p:nvPr/>
        </p:nvSpPr>
        <p:spPr>
          <a:xfrm>
            <a:off x="183977" y="1036838"/>
            <a:ext cx="482986" cy="338694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itle and log line"/>
          <p:cNvSpPr txBox="1"/>
          <p:nvPr/>
        </p:nvSpPr>
        <p:spPr>
          <a:xfrm>
            <a:off x="152430" y="1584838"/>
            <a:ext cx="4157685" cy="2651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“TITLE”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 line here]</a:t>
            </a:r>
            <a:endParaRPr lang="en-US" sz="1400" dirty="0"/>
          </a:p>
        </p:txBody>
      </p:sp>
      <p:pic>
        <p:nvPicPr>
          <p:cNvPr id="7" name="Buttons" descr="/private/tmp/claude-501/-Users-jackbandy-GitHub-ethical-issues-in-computing-uic-sandbox/e2596146-a3c2-474b-9c92-ccc3d6612568/scratchpad/build/img/v1-button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30" y="4370649"/>
            <a:ext cx="3941978" cy="5550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pisode image (replace me)" descr="/private/tmp/claude-501/-Users-jackbandy-GitHub-ethical-issues-in-computing-uic-sandbox/e2596146-a3c2-474b-9c92-ccc3d6612568/scratchpad/build/img/v2-placehol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0"/>
            <a:ext cx="5120640" cy="5143500"/>
          </a:xfrm>
          <a:prstGeom prst="rect">
            <a:avLst/>
          </a:prstGeom>
        </p:spPr>
      </p:pic>
      <p:pic>
        <p:nvPicPr>
          <p:cNvPr id="3" name="Image fade" descr="/private/tmp/claude-501/-Users-jackbandy-GitHub-ethical-issues-in-computing-uic-sandbox/e2596146-a3c2-474b-9c92-ccc3d6612568/scratchpad/build/img/v2-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0"/>
            <a:ext cx="1280160" cy="5143500"/>
          </a:xfrm>
          <a:prstGeom prst="rect">
            <a:avLst/>
          </a:prstGeom>
        </p:spPr>
      </p:pic>
      <p:pic>
        <p:nvPicPr>
          <p:cNvPr id="4" name="Series logo" descr="/private/tmp/claude-501/-Users-jackbandy-GitHub-ethical-issues-in-computing-uic-sandbox/e2596146-a3c2-474b-9c92-ccc3d6612568/scratchpad/build/img/v2-header-nolab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2743200" cy="833718"/>
          </a:xfrm>
          <a:prstGeom prst="rect">
            <a:avLst/>
          </a:prstGeom>
        </p:spPr>
      </p:pic>
      <p:sp>
        <p:nvSpPr>
          <p:cNvPr id="5" name="Parody label"/>
          <p:cNvSpPr txBox="1"/>
          <p:nvPr/>
        </p:nvSpPr>
        <p:spPr>
          <a:xfrm>
            <a:off x="363071" y="306593"/>
            <a:ext cx="3566160" cy="15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SPECULATIVE FICTION PARODY OF</a:t>
            </a:r>
            <a:endParaRPr lang="en-US" sz="900" dirty="0"/>
          </a:p>
        </p:txBody>
      </p:sp>
      <p:sp>
        <p:nvSpPr>
          <p:cNvPr id="6" name="Year"/>
          <p:cNvSpPr txBox="1"/>
          <p:nvPr/>
        </p:nvSpPr>
        <p:spPr>
          <a:xfrm>
            <a:off x="427616" y="117796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pic>
        <p:nvPicPr>
          <p:cNvPr id="7" name="Rating and seasons" descr="/private/tmp/claude-501/-Users-jackbandy-GitHub-ethical-issues-in-computing-uic-sandbox/e2596146-a3c2-474b-9c92-ccc3d6612568/scratchpad/build/img/v2-m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19" y="1140311"/>
            <a:ext cx="1635162" cy="225911"/>
          </a:xfrm>
          <a:prstGeom prst="rect">
            <a:avLst/>
          </a:prstGeom>
        </p:spPr>
      </p:pic>
      <p:sp>
        <p:nvSpPr>
          <p:cNvPr id="8" name="Episode title"/>
          <p:cNvSpPr txBox="1"/>
          <p:nvPr/>
        </p:nvSpPr>
        <p:spPr>
          <a:xfrm>
            <a:off x="363071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“TITLE”</a:t>
            </a:r>
            <a:endParaRPr lang="en-US" sz="1300" dirty="0"/>
          </a:p>
        </p:txBody>
      </p:sp>
      <p:sp>
        <p:nvSpPr>
          <p:cNvPr id="9" name="Log line"/>
          <p:cNvSpPr txBox="1"/>
          <p:nvPr/>
        </p:nvSpPr>
        <p:spPr>
          <a:xfrm>
            <a:off x="363071" y="181051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 line here]</a:t>
            </a:r>
            <a:endParaRPr lang="en-US" sz="1400" dirty="0"/>
          </a:p>
        </p:txBody>
      </p:sp>
      <p:pic>
        <p:nvPicPr>
          <p:cNvPr id="10" name="Buttons" descr="/private/tmp/claude-501/-Users-jackbandy-GitHub-ethical-issues-in-computing-uic-sandbox/e2596146-a3c2-474b-9c92-ccc3d6612568/scratchpad/build/img/v2-butt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37560"/>
            <a:ext cx="3429000" cy="352168"/>
          </a:xfrm>
          <a:prstGeom prst="rect">
            <a:avLst/>
          </a:prstGeom>
        </p:spPr>
      </p:pic>
      <p:sp>
        <p:nvSpPr>
          <p:cNvPr id="11" name="Creators"/>
          <p:cNvSpPr txBox="1"/>
          <p:nvPr/>
        </p:nvSpPr>
        <p:spPr>
          <a:xfrm>
            <a:off x="363071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Creators: </a:t>
            </a:r>
            <a:pPr indent="0" marL="0">
              <a:buNone/>
            </a:pPr>
            <a:r>
              <a:rPr lang="en-US" sz="1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names]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Mirror Writers' Room</dc:title>
  <dc:subject>PptxGenJS Presentation</dc:subject>
  <dc:creator>PptxGenJS</dc:creator>
  <cp:lastModifiedBy>PptxGenJS</cp:lastModifiedBy>
  <cp:revision>1</cp:revision>
  <dcterms:created xsi:type="dcterms:W3CDTF">2026-10-26T16:54:45Z</dcterms:created>
  <dcterms:modified xsi:type="dcterms:W3CDTF">2026-10-26T16:54:45Z</dcterms:modified>
</cp:coreProperties>
</file>